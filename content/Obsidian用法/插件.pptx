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2" Type="http://schemas.openxmlformats.org/officeDocument/2006/relationships/viewProps" Target="viewProps.xml" /><Relationship Id="rId4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44" Type="http://schemas.openxmlformats.org/officeDocument/2006/relationships/tableStyles" Target="tableStyles.xml" /><Relationship Id="rId4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bilibili.com/video/BV1Hu4y1w7tL/?spm_id_from=333.337.search-card.all.click&amp;vd_source=be29c2566a6b8ed086f7ffc01ad95a4e" TargetMode="Externa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zhuanlan.zhihu.com/p/635613795" TargetMode="External" /><Relationship Id="rId3" Type="http://schemas.openxmlformats.org/officeDocument/2006/relationships/hyperlink" Target="https://github.com/jgm/pandoc/releases/tag/3.1.12.2" TargetMode="Externa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bilibili.com/video/BV1pB4y1n7gM/?spm_id_from=333.337.search-card.all.click&amp;vd_source=be29c2566a6b8ed086f7ffc01ad95a4e" TargetMode="Externa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bilibili.com/video/BV18a411r7mt/?spm_id_from=333.337.search-card.all.click&amp;vd_source=be29c2566a6b8ed086f7ffc01ad95a4e" TargetMode="Externa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插件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#插件 #Obsidian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1 用时方开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1.1 坚果云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Remotely Save</a:t>
            </a:r>
            <a:br/>
            <a:r>
              <a:rPr/>
              <a:t>一、网页坚果云&gt;第三方应用管理&gt;服务器地址、账号、添加应用密码，拿到授权密码</a:t>
            </a:r>
            <a:br/>
            <a:r>
              <a:rPr/>
              <a:t>二、Remotely Save 设置中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1.2 剪藏-全平台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五彩-WuCai Official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1.3 文章变思维导图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Mind map，Ctrl+M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1.4 文档属性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Dataview：笔记筛选，元数据</a:t>
            </a:r>
            <a:br/>
            <a:r>
              <a:rPr/>
              <a:t>Ctrl+;</a:t>
            </a:r>
            <a:br/>
            <a:r>
              <a:rPr>
                <a:hlinkClick r:id="rId2"/>
              </a:rPr>
              <a:t>Dataview教程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1.5 删图片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Clearing Unused Images</a:t>
            </a:r>
            <a:br/>
            <a:r>
              <a:rPr/>
              <a:t>将图片复制到文档里时，图片会当成附件保存，但删除文档里的图片链接时，图片附件不会被同步删除；设置里先设置一下 Delete Image Destination，一键清理未被引用的图片。图片多了时用。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1.6 导出各种格式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Pandoc plugin，[参考](</a:t>
            </a:r>
            <a:r>
              <a:rPr>
                <a:hlinkClick r:id="rId2"/>
              </a:rPr>
              <a:t>【实用obsidian插件】Pandoc Plugin - 知乎 (zhihu.com)</a:t>
            </a:r>
            <a:r>
              <a:rPr/>
              <a:t>)</a:t>
            </a:r>
            <a:br/>
            <a:r>
              <a:rPr/>
              <a:t>依赖：Pandoc，[下载](</a:t>
            </a:r>
            <a:r>
              <a:rPr>
                <a:hlinkClick r:id="rId3"/>
              </a:rPr>
              <a:t>发布 pandoc 3.1.12.2 ·JGM/潘多克 (github.com)</a:t>
            </a:r>
            <a:r>
              <a:rPr/>
              <a:t>)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1.7 密码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Meld Encrypt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2 已安装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2.1 链接更智能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paste url into selection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2.2 上传图床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image auto upload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2.3 提高文件预览效率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Quick Explorer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2.4 列表结构化:Outliner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原本想找标题缩进，结果只找到这个。</a:t>
            </a:r>
            <a:br/>
            <a:r>
              <a:rPr/>
              <a:t>Ctrl+上：折叠列表；Ctrl+Shift+上：上移列表和子列表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2.5 一键运行代码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Execute Code</a:t>
            </a:r>
          </a:p>
          <a:p>
            <a:pPr lvl="0" indent="0">
              <a:buNone/>
            </a:pPr>
            <a:r>
              <a:rPr>
                <a:latin typeface="Courier"/>
              </a:rPr>
              <a:t>print("{0:=^6}".format("hi"))
Run复制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2.6 高级大纲，按层级展开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Quiet Outline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2.7 文件夹右边显示文件数量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File Explorer Note Count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2.8 固定高度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增强编辑：Typewriter Scroll</a:t>
            </a:r>
            <a:br/>
            <a:r>
              <a:rPr/>
              <a:t>输入时，焦点行在屏幕的固定高度。设置:第一个选项打钩.可设置高度百分比，禅模式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2.9 文内大纲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Number Headings：自动项目号，文内大纲</a:t>
            </a:r>
            <a:br/>
            <a:r>
              <a:rPr/>
              <a:t>Ctrl+U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2.10 标题缩放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heading shifter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3 有可能安装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3.1 项目管理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projects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3.2 表格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excel</a:t>
            </a:r>
            <a:br/>
            <a:r>
              <a:rPr/>
              <a:t>Markdown Table Editor表格转换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3.3 单词补全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Community plugins（暂时用不上）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3.4 追踪所有 To-Do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tasks(dataview)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3.5 类似 flomo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Memos，记录灵感（灵感记在日记里）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3.6 日历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Calender，和日记周记联动（花里胡哨，偏离初衷）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4 听说好,但不准备用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4.1 看板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 Cardboard-搞不懂</a:t>
            </a:r>
            <a:br/>
            <a:r>
              <a:rPr/>
              <a:t>kanban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4.2 编辑py文件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VSCode Editor，还是在vscode中编写代码有感觉。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4.3 Commander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添加按钮/右键菜单（花里胡哨，偏离初衷）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4.4 Easy Typing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提升 Markdown 写作体验（花里胡哨，偏离初衷）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4.5 富文本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Editing Toolbar (花里胡哨，偏离初衷)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4.6 </a:t>
            </a:r>
            <a:r>
              <a:rPr>
                <a:hlinkClick r:id="rId2"/>
              </a:rPr>
              <a:t>【图床教学】：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感觉还是本地存储+坚果云比较放心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4.7 </a:t>
            </a:r>
            <a:r>
              <a:rPr>
                <a:hlinkClick r:id="rId2"/>
              </a:rPr>
              <a:t>大神用法：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All in one，知识+GTD(日程、甘特图、看板、时间管理Day Planner(没找到最新版的教程)+Dataview)、报表、读书串联笔记/PDF批注(Annotator/Mind map)、数据复盘(QuickADD/Templater)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4.8 批量修改标签名称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Emeditor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4.9 同时检索多个标签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Tag Wrangler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4.10 标题缩进-Heading Level Indent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根据标题级别缩进内容，用于创建视觉层次结构，使文档的结构和组织更容易理解。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插件</dc:title>
  <dc:creator/>
  <cp:keywords/>
  <dcterms:created xsi:type="dcterms:W3CDTF">2024-03-13T00:49:04Z</dcterms:created>
  <dcterms:modified xsi:type="dcterms:W3CDTF">2024-03-13T00:49:04Z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umber headings">
    <vt:lpwstr>auto, first-level 1, max 6, 1.1</vt:lpwstr>
  </property>
</Properties>
</file>